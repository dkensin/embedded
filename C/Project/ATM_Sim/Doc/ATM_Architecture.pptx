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5E95-C89A-1DC2-B809-C7A02F50A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C78F7-8366-E6C9-E42B-B1F61F1D0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7A5E-1B3D-888B-FF91-7A2EBC59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5082A-8BBA-02F3-86BB-81112A92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35E1E-332E-6E40-0A61-DA9ECB71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75FB-F3A7-1A35-5638-146C15A1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CA1F-6EAC-8205-AEE6-81F06AFF6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7D2C-25D2-9BF6-4E14-FC978C87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6119D-9EFC-4CFD-2E0B-BC2F98F0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AA41-70BA-2670-8DDE-4434C969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6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9A06-FC47-86E6-B336-C4586BFD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68A64-062F-866B-A5C1-DA4F0A6A3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F2943-2DE0-F7D6-6F31-F7D23AC0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38461-7A6F-155C-039C-D237CDAD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8BE8-8888-78CC-7163-8FE05976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5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3888-BFD0-C5C2-9FEB-6A01E24A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E2005-99BC-B736-C713-F7ABD0609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8D45D-D45A-FB9C-4165-940935201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62F42-27B0-0BF7-7CAC-D2C74F80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10D3A-B0F3-B7EA-8E5A-22E93033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14E60-8981-6F37-982C-BD9F77CF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2C8A-BAAD-BEA7-FC78-F58FED3C3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9F42-E4A7-5403-AEF5-33F4CCB9F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B949B-CF25-2050-1337-31316A0C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D66AA-158B-F909-CB38-F80CA25D9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3E3D4-E117-85F8-E8BF-8419984B8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EDC58-B31B-041C-865C-660E4B12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696C4-A9E2-8519-B8AF-D0C9DA43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066F8-F4F2-0793-84C6-66D28792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7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443F-C428-6298-E865-25F924CD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1AB6-9FA8-2400-0646-05F344F7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A7076-BA3A-A843-F1A1-B0380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DDBB9-73FE-773F-E95B-8449057C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8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FA08C-9750-CE08-9AA3-85ABAC1B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95DE4-1DEC-66FA-8F37-B09A0F99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E804C-0C74-E18C-5979-C7E751FF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8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DE0C-E2AB-D2D4-D049-7DF7C4A6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86224-5818-5FF4-59F3-C6CEA1567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619A7-241D-3D68-C51A-E4F6BF0E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4F225-A973-7496-DDC6-67BC0624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76EE3-82F9-0FAB-46A7-663E24AE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F0738-CCCF-CAE1-DD3A-93316DAB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0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280F-4ECD-87A6-6CDC-C089F080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D54D0-4E4D-BC4F-48F5-D754C5E6BA1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E40B7-F2C6-25BA-D45D-4A03ED6DA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8E935-C9C8-47CF-20BD-5624D60B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EE287-10BC-A678-5A43-3F0B83DB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8E421-09DE-9E70-7FCE-52A70E12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1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B176-FB64-BDBC-9891-A1670F8F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76F7C-ACA8-A3FE-5BE1-4C0AE5D52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93C5B-9098-8B5C-0E2B-F11820C4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33E08-AEBE-7FDE-7891-AEF61B80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8A0B1-F38A-C476-3673-2B71F7FB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1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DB71D-7B55-D115-00C8-D45C327E1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EEA5F-826D-0EDC-0166-3CB82C2BA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27143-FF5F-7DE0-C09E-364DDA8A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7B63-C51F-E420-E2E2-C8F0DA1B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AEC49-68FE-099E-3606-F3D7E981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3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30369-DCA2-72FA-9C97-AB86F6A0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29D24-EAF7-F552-CAB4-EDD977D7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97A9D-DA45-17E5-714E-2C4505507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DCC71-089A-400F-84D2-99D7DCD094B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EFC0-3479-59BE-1117-0D88B0914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9D2-ABE7-260C-CC78-1515E1327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9814F-E51E-4D76-B917-BFE21D57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85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0BDA-E363-CE62-559F-6BD349DA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AE8E-9768-ADBD-B2AD-CFECFB2B1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26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Toàn Ngô</dc:creator>
  <cp:lastModifiedBy>Toàn Ngô</cp:lastModifiedBy>
  <cp:revision>1</cp:revision>
  <dcterms:created xsi:type="dcterms:W3CDTF">2026-10-08T15:22:12Z</dcterms:created>
  <dcterms:modified xsi:type="dcterms:W3CDTF">2026-10-08T15:26:28Z</dcterms:modified>
</cp:coreProperties>
</file>